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phraimlex.github.io/NordicBrew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310896"/>
          </a:xfrm>
          <a:prstGeom prst="rect">
            <a:avLst/>
          </a:prstGeom>
          <a:solidFill>
            <a:srgbClr val="3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058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365544"/>
                </a:solidFill>
                <a:latin typeface="Arial"/>
              </a:defRPr>
            </a:pPr>
            <a:r>
              <a:t>PROJECT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800" b="1">
                <a:solidFill>
                  <a:srgbClr val="332820"/>
                </a:solidFill>
                <a:latin typeface="Georgia"/>
              </a:defRPr>
            </a:pPr>
            <a:r>
              <a:t>Nordic Brew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058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NORDIC BREW  /  MODERN BUSINESS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105156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0">
                <a:solidFill>
                  <a:srgbClr val="332820"/>
                </a:solidFill>
                <a:latin typeface="Arial"/>
              </a:defRPr>
            </a:pPr>
            <a:r>
              <a:t>A welcoming coffee shop, built for the web.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68580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63093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500" b="0">
                <a:solidFill>
                  <a:srgbClr val="332820"/>
                </a:solidFill>
                <a:latin typeface="Arial"/>
              </a:defRPr>
            </a:pPr>
            <a:r>
              <a:t>Fictional café for local residents and students</a:t>
            </a:r>
          </a:p>
          <a:p>
            <a:pPr>
              <a:defRPr sz="2500" b="0">
                <a:solidFill>
                  <a:srgbClr val="332820"/>
                </a:solidFill>
                <a:latin typeface="Arial"/>
              </a:defRPr>
            </a:pPr>
          </a:p>
          <a:p>
            <a:pPr>
              <a:defRPr sz="2500" b="0">
                <a:solidFill>
                  <a:srgbClr val="332820"/>
                </a:solidFill>
                <a:latin typeface="Arial"/>
              </a:defRPr>
            </a:pPr>
            <a:r>
              <a:t>Menu, gallery, contact details and opening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063240"/>
            <a:ext cx="3337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365544"/>
                </a:solidFill>
                <a:latin typeface="Arial"/>
              </a:defRPr>
            </a:pPr>
            <a:r>
              <a:t>PLAN →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657600"/>
            <a:ext cx="333756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Desktop &amp; mobile wireframes</a:t>
            </a: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HTML · CSS ·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310896"/>
          </a:xfrm>
          <a:prstGeom prst="rect">
            <a:avLst/>
          </a:prstGeom>
          <a:solidFill>
            <a:srgbClr val="3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058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365544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800" b="1">
                <a:solidFill>
                  <a:srgbClr val="332820"/>
                </a:solidFill>
                <a:latin typeface="Georgia"/>
              </a:defRPr>
            </a:pPr>
            <a:r>
              <a:t>JavaScript makes the menu 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058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NORDIC BREW  /  MODERN BUSINESS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2011680" cy="594360"/>
          </a:xfrm>
          <a:prstGeom prst="rect">
            <a:avLst/>
          </a:prstGeom>
          <a:solidFill>
            <a:srgbClr val="DD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1645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332820"/>
                </a:solidFill>
                <a:latin typeface="Arial"/>
              </a:defRPr>
            </a:pPr>
            <a:r>
              <a:t>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240280"/>
            <a:ext cx="2011680" cy="594360"/>
          </a:xfrm>
          <a:prstGeom prst="rect">
            <a:avLst/>
          </a:prstGeom>
          <a:solidFill>
            <a:srgbClr val="3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304288"/>
            <a:ext cx="1645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Drinks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240280"/>
            <a:ext cx="2011680" cy="594360"/>
          </a:xfrm>
          <a:prstGeom prst="rect">
            <a:avLst/>
          </a:prstGeom>
          <a:solidFill>
            <a:srgbClr val="DDD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2304288"/>
            <a:ext cx="1645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332820"/>
                </a:solidFill>
                <a:latin typeface="Arial"/>
              </a:defRPr>
            </a:pPr>
            <a:r>
              <a:t>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365544"/>
                </a:solidFill>
                <a:latin typeface="Arial"/>
              </a:defRPr>
            </a:pPr>
            <a:r>
              <a:t>Example: Drinks 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500" b="1">
                <a:solidFill>
                  <a:srgbClr val="332820"/>
                </a:solidFill>
                <a:latin typeface="Arial"/>
              </a:defRPr>
            </a:pPr>
            <a:r>
              <a:t>Read category → show matching items → update button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The menu updates immediately, without reloading the page.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6636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30952"/>
            <a:ext cx="10241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0">
                <a:solidFill>
                  <a:srgbClr val="332820"/>
                </a:solidFill>
                <a:latin typeface="Arial"/>
              </a:defRPr>
            </a:pPr>
            <a:r>
              <a:t>Without JavaScript: all products remain visible; filters stay hidden.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310896"/>
          </a:xfrm>
          <a:prstGeom prst="rect">
            <a:avLst/>
          </a:prstGeom>
          <a:solidFill>
            <a:srgbClr val="3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058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365544"/>
                </a:solidFill>
                <a:latin typeface="Arial"/>
              </a:defRPr>
            </a:pPr>
            <a:r>
              <a:t>TESTING &amp;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800" b="1">
                <a:solidFill>
                  <a:srgbClr val="332820"/>
                </a:solidFill>
                <a:latin typeface="Georgia"/>
              </a:defRPr>
            </a:pPr>
            <a:r>
              <a:t>Built, checked and 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058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NORDIC BREW  /  MODERN BUSINESS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36554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66751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• Responsive layouts checked by resizing</a:t>
            </a: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• Keyboard navigation, images and filters checked</a:t>
            </a: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</a:p>
          <a:p>
            <a:pPr>
              <a:defRPr sz="2400" b="0">
                <a:solidFill>
                  <a:srgbClr val="332820"/>
                </a:solidFill>
                <a:latin typeface="Arial"/>
              </a:defRPr>
            </a:pPr>
            <a:r>
              <a:t>• Live images and filtering confirmed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286000"/>
            <a:ext cx="3429000" cy="2468880"/>
          </a:xfrm>
          <a:prstGeom prst="rect">
            <a:avLst/>
          </a:prstGeom>
          <a:solidFill>
            <a:srgbClr val="3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606040"/>
            <a:ext cx="28803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PUBLISHED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200400"/>
            <a:ext cx="288036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rial"/>
              </a:defRPr>
            </a:pPr>
            <a:r>
              <a:t>GitHub repository</a:t>
            </a:r>
          </a:p>
          <a:p>
            <a:pPr>
              <a:defRPr sz="2500" b="0">
                <a:solidFill>
                  <a:srgbClr val="FFFFFF"/>
                </a:solidFill>
                <a:latin typeface="Arial"/>
              </a:defRPr>
            </a:pPr>
            <a:r>
              <a:t>+ GitHub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500" b="1">
                <a:solidFill>
                  <a:srgbClr val="365544"/>
                </a:solidFill>
                <a:latin typeface="Arial"/>
              </a:defRPr>
            </a:pPr>
            <a:r>
              <a:rPr>
                <a:hlinkClick r:id="rId2"/>
              </a:rPr>
              <a:t>Open Nordic Brew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365544"/>
                </a:solidFill>
                <a:latin typeface="Arial"/>
              </a:defRPr>
            </a:pPr>
            <a:r>
              <a:rPr>
                <a:hlinkClick r:id="rId2"/>
              </a:rPr>
              <a:t>https://ephraimlex.github.io/NordicBrew/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